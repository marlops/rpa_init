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9" r:id="rId4"/>
    <p:sldId id="260" r:id="rId5"/>
    <p:sldId id="261" r:id="rId6"/>
    <p:sldId id="258" r:id="rId7"/>
  </p:sldIdLst>
  <p:sldSz cx="9144000" cy="5143500" type="screen16x9"/>
  <p:notesSz cx="6858000" cy="9144000"/>
  <p:embeddedFontLst>
    <p:embeddedFont>
      <p:font typeface="Roboto" panose="02000000000000000000" pitchFamily="2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d93e596e20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d93e596e20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d93e596e20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d93e596e20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d93e596e20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d93e596e20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>
          <a:extLst>
            <a:ext uri="{FF2B5EF4-FFF2-40B4-BE49-F238E27FC236}">
              <a16:creationId xmlns:a16="http://schemas.microsoft.com/office/drawing/2014/main" id="{A268C61B-2811-CC97-A614-5E250704B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d93e596e20_0_63:notes">
            <a:extLst>
              <a:ext uri="{FF2B5EF4-FFF2-40B4-BE49-F238E27FC236}">
                <a16:creationId xmlns:a16="http://schemas.microsoft.com/office/drawing/2014/main" id="{7E19D064-007D-F7EB-29BE-BF0F3511C2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d93e596e20_0_63:notes">
            <a:extLst>
              <a:ext uri="{FF2B5EF4-FFF2-40B4-BE49-F238E27FC236}">
                <a16:creationId xmlns:a16="http://schemas.microsoft.com/office/drawing/2014/main" id="{DC758851-122A-3675-D362-6256B76D13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8643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d93e596e20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d93e596e20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framework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 err="1"/>
              <a:t>Robot</a:t>
            </a:r>
            <a:r>
              <a:rPr lang="pt-BR" dirty="0"/>
              <a:t> Framework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Um pouco sobre mim</a:t>
            </a:r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3782600" y="357800"/>
            <a:ext cx="4563300" cy="417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chemeClr val="dk2"/>
                </a:solidFill>
              </a:rPr>
              <a:t>Físico Biomolecular (USP)</a:t>
            </a: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chemeClr val="dk2"/>
                </a:solidFill>
              </a:rPr>
              <a:t>Mestre em física aplicada</a:t>
            </a: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chemeClr val="dk2"/>
                </a:solidFill>
              </a:rPr>
              <a:t>Desenvolvedor de Software</a:t>
            </a: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chemeClr val="dk2"/>
                </a:solidFill>
              </a:rPr>
              <a:t>Engenheiro de dados</a:t>
            </a: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chemeClr val="dk2"/>
                </a:solidFill>
              </a:rPr>
              <a:t>Pythonista</a:t>
            </a: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900">
                <a:solidFill>
                  <a:schemeClr val="dk2"/>
                </a:solidFill>
              </a:rPr>
              <a:t>Jogador de MTG</a:t>
            </a:r>
            <a:endParaRPr sz="1900">
              <a:solidFill>
                <a:schemeClr val="dk2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 dados</a:t>
            </a:r>
            <a:endParaRPr/>
          </a:p>
        </p:txBody>
      </p:sp>
      <p:pic>
        <p:nvPicPr>
          <p:cNvPr id="74" name="Google Shape;7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2325" y="1761175"/>
            <a:ext cx="2475501" cy="2475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Motivação</a:t>
            </a: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  Transmitir conhecimento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dirty="0"/>
              <a:t>  Mostra uma ferramenta robusta para RPA/Teste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BR" dirty="0"/>
              <a:t>  Mostra uma alternativa aos </a:t>
            </a:r>
            <a:r>
              <a:rPr lang="pt-BR" dirty="0" err="1"/>
              <a:t>classicos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7500" lnSpcReduction="20000"/>
          </a:bodyPr>
          <a:lstStyle/>
          <a:p>
            <a:pPr marL="114300" indent="0" algn="just">
              <a:buNone/>
            </a:pPr>
            <a:r>
              <a:rPr lang="en-US" dirty="0">
                <a:solidFill>
                  <a:schemeClr val="bg2"/>
                </a:solidFill>
                <a:highlight>
                  <a:schemeClr val="lt1"/>
                </a:highlight>
              </a:rPr>
              <a:t>Robot Framework is an open source automation framework for test automation and robotic process automation (RPA). </a:t>
            </a:r>
          </a:p>
          <a:p>
            <a:pPr algn="just"/>
            <a:endParaRPr lang="en-US" dirty="0">
              <a:solidFill>
                <a:schemeClr val="bg2"/>
              </a:solidFill>
              <a:highlight>
                <a:schemeClr val="lt1"/>
              </a:highlight>
            </a:endParaRPr>
          </a:p>
          <a:p>
            <a:pPr marL="114300" indent="0" algn="just">
              <a:buNone/>
            </a:pPr>
            <a:r>
              <a:rPr lang="en-US" dirty="0">
                <a:solidFill>
                  <a:schemeClr val="bg2"/>
                </a:solidFill>
                <a:highlight>
                  <a:schemeClr val="lt1"/>
                </a:highlight>
              </a:rPr>
              <a:t>It is supported by the Robot Framework Foundation and widely used in the industry.</a:t>
            </a:r>
          </a:p>
          <a:p>
            <a:pPr algn="just"/>
            <a:endParaRPr lang="en-US" dirty="0">
              <a:solidFill>
                <a:schemeClr val="bg2"/>
              </a:solidFill>
              <a:highlight>
                <a:schemeClr val="lt1"/>
              </a:highlight>
            </a:endParaRPr>
          </a:p>
          <a:p>
            <a:pPr marL="114300" indent="0" algn="just">
              <a:buNone/>
            </a:pPr>
            <a:r>
              <a:rPr lang="en-US" dirty="0">
                <a:solidFill>
                  <a:schemeClr val="bg2"/>
                </a:solidFill>
                <a:highlight>
                  <a:schemeClr val="lt1"/>
                </a:highlight>
              </a:rPr>
              <a:t>Its human-friendly and versatile syntax uses keywords and supports extending through libraries in Python, Java, and other languages.</a:t>
            </a:r>
          </a:p>
          <a:p>
            <a:pPr algn="just"/>
            <a:endParaRPr lang="en-US" dirty="0">
              <a:solidFill>
                <a:schemeClr val="bg2"/>
              </a:solidFill>
              <a:highlight>
                <a:schemeClr val="lt1"/>
              </a:highlight>
            </a:endParaRPr>
          </a:p>
          <a:p>
            <a:pPr marL="114300" indent="0" algn="just">
              <a:buNone/>
            </a:pPr>
            <a:r>
              <a:rPr lang="en-US" dirty="0">
                <a:solidFill>
                  <a:schemeClr val="bg2"/>
                </a:solidFill>
                <a:highlight>
                  <a:schemeClr val="lt1"/>
                </a:highlight>
              </a:rPr>
              <a:t>It integrates with other tools for comprehensive automation without licensing fees, bolstered by a rich community with hundreds of 3rd party libraries.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2500" dirty="0">
              <a:highlight>
                <a:schemeClr val="lt1"/>
              </a:highlight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623250" y="3825750"/>
            <a:ext cx="3329700" cy="4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BR" sz="1800" dirty="0" err="1">
                <a:hlinkClick r:id="rId3"/>
              </a:rPr>
              <a:t>Robot</a:t>
            </a:r>
            <a:r>
              <a:rPr lang="pt-BR" sz="1800" dirty="0">
                <a:hlinkClick r:id="rId3"/>
              </a:rPr>
              <a:t> Framework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42E9042-CD18-F71A-07FC-1C1F8BCAD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42CB776-DF98-CF0C-936B-DF8D63432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500" y="540612"/>
            <a:ext cx="4010585" cy="28674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>
          <a:extLst>
            <a:ext uri="{FF2B5EF4-FFF2-40B4-BE49-F238E27FC236}">
              <a16:creationId xmlns:a16="http://schemas.microsoft.com/office/drawing/2014/main" id="{1B380FE2-3BAE-4E6F-00A6-F7C8871E1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B93A9017-9E21-3C2B-D1CA-6F36AAA8DB4B}"/>
              </a:ext>
            </a:extLst>
          </p:cNvPr>
          <p:cNvSpPr txBox="1"/>
          <p:nvPr/>
        </p:nvSpPr>
        <p:spPr>
          <a:xfrm>
            <a:off x="2474500" y="491836"/>
            <a:ext cx="419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12B70C8-D615-B724-A343-A66CD4158E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443" y="1452264"/>
            <a:ext cx="2258786" cy="2238972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876D2B7-DDE6-C953-19E6-A99EC6B17A8C}"/>
              </a:ext>
            </a:extLst>
          </p:cNvPr>
          <p:cNvSpPr txBox="1"/>
          <p:nvPr/>
        </p:nvSpPr>
        <p:spPr>
          <a:xfrm>
            <a:off x="53336" y="3909950"/>
            <a:ext cx="419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Github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B9986487-9D5D-0706-F088-A1BCE9B8A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488" y="1424582"/>
            <a:ext cx="2126342" cy="2233827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ED78F5F3-D85D-9E62-C787-1C7C38F41E7D}"/>
              </a:ext>
            </a:extLst>
          </p:cNvPr>
          <p:cNvSpPr txBox="1"/>
          <p:nvPr/>
        </p:nvSpPr>
        <p:spPr>
          <a:xfrm>
            <a:off x="3062513" y="3821376"/>
            <a:ext cx="419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Contato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08C5E426-3539-1C06-79A0-1AC077B4F1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1089" y="1350191"/>
            <a:ext cx="2010022" cy="238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059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9845481-AAA3-559D-80E3-94439574E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952" y="2625821"/>
            <a:ext cx="1810003" cy="6763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ECF848F-5559-2C5D-97AF-F7F0B3CC9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751" y="3771627"/>
            <a:ext cx="1476581" cy="53347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9796B5C-B895-C710-F7D0-F6527242A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9825" y="3107280"/>
            <a:ext cx="1428949" cy="485843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5A03276E-F8A9-71D5-F5CF-9B6E5F359CFC}"/>
              </a:ext>
            </a:extLst>
          </p:cNvPr>
          <p:cNvSpPr txBox="1"/>
          <p:nvPr/>
        </p:nvSpPr>
        <p:spPr>
          <a:xfrm>
            <a:off x="2474500" y="491836"/>
            <a:ext cx="4194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Bibliotecas/Ferramentas para automação/raspagem de dados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30851DD-0FAA-A614-BF4A-E2D05E3E2D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2078" y="1532828"/>
            <a:ext cx="1478167" cy="53347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17894AFA-C6D5-21BC-DAED-4C3D5F35C8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9042" y="1660761"/>
            <a:ext cx="1500301" cy="500101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A2FD7D7E-0491-8A22-ACE0-99018958A5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494" y="1532828"/>
            <a:ext cx="837692" cy="955781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BD484C70-FE9C-9F3F-F35F-0BA8816897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18384" y="1876649"/>
            <a:ext cx="1381318" cy="381053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0A86E5B0-0A49-DF8A-F95D-FC7F479F68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8078" y="2783385"/>
            <a:ext cx="1181265" cy="3238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139</Words>
  <Application>Microsoft Office PowerPoint</Application>
  <PresentationFormat>Apresentação na tela (16:9)</PresentationFormat>
  <Paragraphs>26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Roboto</vt:lpstr>
      <vt:lpstr>Arial</vt:lpstr>
      <vt:lpstr>Material</vt:lpstr>
      <vt:lpstr>Robot Framework </vt:lpstr>
      <vt:lpstr>Um pouco sobre mim</vt:lpstr>
      <vt:lpstr>Motivação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Guilherme</dc:creator>
  <cp:lastModifiedBy>Guilherme</cp:lastModifiedBy>
  <cp:revision>5</cp:revision>
  <dcterms:modified xsi:type="dcterms:W3CDTF">2026-04-30T18:43:20Z</dcterms:modified>
</cp:coreProperties>
</file>