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3e596e2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3e596e2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93e596e2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d93e596e2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93e596e2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93e596e2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d93e596e2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d93e596e2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tframework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Robot</a:t>
            </a:r>
            <a:r>
              <a:rPr lang="pt-BR" dirty="0"/>
              <a:t> Framework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pouco sobre mim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782600" y="357800"/>
            <a:ext cx="4563300" cy="41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Físico Biomolecular (USP)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Mestre em física aplicada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Desenvolvedor de Software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Engenheiro de dados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Pythonista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Jogador de MTG</a:t>
            </a:r>
            <a:endParaRPr sz="19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dados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25" y="1761175"/>
            <a:ext cx="2475501" cy="247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9845481-AAA3-559D-80E3-94439574E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952" y="2625821"/>
            <a:ext cx="1810003" cy="6763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CF848F-5559-2C5D-97AF-F7F0B3CC9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51" y="3771627"/>
            <a:ext cx="1476581" cy="5334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9796B5C-B895-C710-F7D0-F6527242A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825" y="3107280"/>
            <a:ext cx="1428949" cy="48584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A03276E-F8A9-71D5-F5CF-9B6E5F359CFC}"/>
              </a:ext>
            </a:extLst>
          </p:cNvPr>
          <p:cNvSpPr txBox="1"/>
          <p:nvPr/>
        </p:nvSpPr>
        <p:spPr>
          <a:xfrm>
            <a:off x="2474500" y="491836"/>
            <a:ext cx="4194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Bibliotecas/Ferramentas para automação/raspagem de dados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30851DD-0FAA-A614-BF4A-E2D05E3E2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078" y="1532828"/>
            <a:ext cx="1478167" cy="53347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7894AFA-C6D5-21BC-DAED-4C3D5F35C8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9042" y="1660761"/>
            <a:ext cx="1500301" cy="50010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2FD7D7E-0491-8A22-ACE0-99018958A5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494" y="1532828"/>
            <a:ext cx="837692" cy="95578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D484C70-FE9C-9F3F-F35F-0BA8816897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8384" y="1876649"/>
            <a:ext cx="1381318" cy="38105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A86E5B0-0A49-DF8A-F95D-FC7F479F68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8078" y="2783385"/>
            <a:ext cx="1181265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Motivação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. Transmitir conhecimento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  Mostra uma ferramenta robusta para RPA/Teste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  Mostra uma alternativa aos </a:t>
            </a:r>
            <a:r>
              <a:rPr lang="pt-BR" dirty="0" err="1"/>
              <a:t>classicos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77500" lnSpcReduction="20000"/>
          </a:bodyPr>
          <a:lstStyle/>
          <a:p>
            <a:pPr marL="114300" indent="0" algn="just">
              <a:buNone/>
            </a:pPr>
            <a:r>
              <a:rPr lang="en-US" dirty="0">
                <a:solidFill>
                  <a:schemeClr val="bg2"/>
                </a:solidFill>
                <a:highlight>
                  <a:schemeClr val="lt1"/>
                </a:highlight>
              </a:rPr>
              <a:t>Robot Framework is an open source automation framework for test automation and robotic process automation (RPA). </a:t>
            </a:r>
          </a:p>
          <a:p>
            <a:pPr algn="just"/>
            <a:endParaRPr lang="en-US" dirty="0">
              <a:solidFill>
                <a:schemeClr val="bg2"/>
              </a:solidFill>
              <a:highlight>
                <a:schemeClr val="lt1"/>
              </a:highlight>
            </a:endParaRPr>
          </a:p>
          <a:p>
            <a:pPr marL="114300" indent="0" algn="just">
              <a:buNone/>
            </a:pPr>
            <a:r>
              <a:rPr lang="en-US" dirty="0">
                <a:solidFill>
                  <a:schemeClr val="bg2"/>
                </a:solidFill>
                <a:highlight>
                  <a:schemeClr val="lt1"/>
                </a:highlight>
              </a:rPr>
              <a:t>It is supported by the Robot Framework Foundation and widely used in the industry.</a:t>
            </a:r>
          </a:p>
          <a:p>
            <a:pPr algn="just"/>
            <a:endParaRPr lang="en-US" dirty="0">
              <a:solidFill>
                <a:schemeClr val="bg2"/>
              </a:solidFill>
              <a:highlight>
                <a:schemeClr val="lt1"/>
              </a:highlight>
            </a:endParaRPr>
          </a:p>
          <a:p>
            <a:pPr marL="114300" indent="0" algn="just">
              <a:buNone/>
            </a:pPr>
            <a:r>
              <a:rPr lang="en-US" dirty="0">
                <a:solidFill>
                  <a:schemeClr val="bg2"/>
                </a:solidFill>
                <a:highlight>
                  <a:schemeClr val="lt1"/>
                </a:highlight>
              </a:rPr>
              <a:t>Its human-friendly and versatile syntax uses keywords and supports extending through libraries in Python, Java, and other languages.</a:t>
            </a:r>
          </a:p>
          <a:p>
            <a:pPr algn="just"/>
            <a:endParaRPr lang="en-US" dirty="0">
              <a:solidFill>
                <a:schemeClr val="bg2"/>
              </a:solidFill>
              <a:highlight>
                <a:schemeClr val="lt1"/>
              </a:highlight>
            </a:endParaRPr>
          </a:p>
          <a:p>
            <a:pPr marL="114300" indent="0" algn="just">
              <a:buNone/>
            </a:pPr>
            <a:r>
              <a:rPr lang="en-US" dirty="0">
                <a:solidFill>
                  <a:schemeClr val="bg2"/>
                </a:solidFill>
                <a:highlight>
                  <a:schemeClr val="lt1"/>
                </a:highlight>
              </a:rPr>
              <a:t>It integrates with other tools for comprehensive automation without licensing fees, bolstered by a rich community with hundreds of 3rd party libraries.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500" dirty="0">
              <a:highlight>
                <a:schemeClr val="lt1"/>
              </a:highlight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23250" y="3825750"/>
            <a:ext cx="33297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800" dirty="0" err="1">
                <a:hlinkClick r:id="rId3"/>
              </a:rPr>
              <a:t>Robot</a:t>
            </a:r>
            <a:r>
              <a:rPr lang="pt-BR" sz="1800" dirty="0">
                <a:hlinkClick r:id="rId3"/>
              </a:rPr>
              <a:t> Framework</a:t>
            </a:r>
            <a:endParaRPr sz="1800" dirty="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42E9042-CD18-F71A-07FC-1C1F8BCA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2CB776-DF98-CF0C-936B-DF8D63432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00" y="540612"/>
            <a:ext cx="4010585" cy="2867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Apresentação na tela (16:9)</PresentationFormat>
  <Paragraphs>23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Roboto</vt:lpstr>
      <vt:lpstr>Arial</vt:lpstr>
      <vt:lpstr>Material</vt:lpstr>
      <vt:lpstr>Robot Framework </vt:lpstr>
      <vt:lpstr>Um pouco sobre mim</vt:lpstr>
      <vt:lpstr>Apresentação do PowerPoint</vt:lpstr>
      <vt:lpstr>Motivação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Guilherme</dc:creator>
  <cp:lastModifiedBy>Guilherme</cp:lastModifiedBy>
  <cp:revision>2</cp:revision>
  <dcterms:modified xsi:type="dcterms:W3CDTF">2026-04-26T11:01:15Z</dcterms:modified>
</cp:coreProperties>
</file>